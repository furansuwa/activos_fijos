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74" r:id="rId4"/>
    <p:sldId id="269" r:id="rId5"/>
    <p:sldId id="267" r:id="rId6"/>
    <p:sldId id="273" r:id="rId7"/>
    <p:sldId id="263" r:id="rId8"/>
    <p:sldId id="27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1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80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9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64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79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7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5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3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7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963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995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552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629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561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567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819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91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Proyecto Final Asignatura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6409" y="3877936"/>
            <a:ext cx="6987645" cy="1388534"/>
          </a:xfrm>
        </p:spPr>
        <p:txBody>
          <a:bodyPr/>
          <a:lstStyle/>
          <a:p>
            <a:r>
              <a:rPr lang="en-US" dirty="0"/>
              <a:t>Universidad Apec</a:t>
            </a:r>
          </a:p>
          <a:p>
            <a:r>
              <a:rPr lang="en-US" dirty="0"/>
              <a:t>Profesor: Juan P. Valdez</a:t>
            </a:r>
          </a:p>
          <a:p>
            <a:r>
              <a:rPr lang="en-US" dirty="0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1793793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Requerimiento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Desarrolle un Sistema de </a:t>
            </a:r>
            <a:r>
              <a:rPr lang="en-US" b="1" dirty="0" err="1"/>
              <a:t>Gestión</a:t>
            </a:r>
            <a:r>
              <a:rPr lang="en-US" b="1" dirty="0"/>
              <a:t> de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Activos</a:t>
            </a:r>
            <a:r>
              <a:rPr lang="en-US" b="1" dirty="0"/>
              <a:t> </a:t>
            </a:r>
            <a:r>
              <a:rPr lang="en-US" b="1" dirty="0" err="1"/>
              <a:t>Fijos</a:t>
            </a:r>
            <a:r>
              <a:rPr lang="en-US" b="1" dirty="0"/>
              <a:t> que cumpla con las siguientes caracteristicas: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Gestión de </a:t>
            </a:r>
            <a:r>
              <a:rPr lang="en-US" dirty="0" err="1"/>
              <a:t>Departamentos</a:t>
            </a:r>
            <a:r>
              <a:rPr lang="en-US" dirty="0"/>
              <a:t> (</a:t>
            </a:r>
            <a:r>
              <a:rPr lang="en-US" dirty="0" err="1"/>
              <a:t>ej</a:t>
            </a:r>
            <a:r>
              <a:rPr lang="en-US" dirty="0"/>
              <a:t>: </a:t>
            </a:r>
            <a:r>
              <a:rPr lang="en-US" dirty="0" err="1"/>
              <a:t>administración</a:t>
            </a:r>
            <a:r>
              <a:rPr lang="en-US" dirty="0"/>
              <a:t>, </a:t>
            </a:r>
            <a:r>
              <a:rPr lang="en-US" dirty="0" err="1"/>
              <a:t>finanzas</a:t>
            </a:r>
            <a:r>
              <a:rPr lang="en-US" dirty="0"/>
              <a:t>, </a:t>
            </a:r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humanos</a:t>
            </a:r>
            <a:r>
              <a:rPr lang="en-US" dirty="0"/>
              <a:t>, etc.)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Gestión de </a:t>
            </a:r>
            <a:r>
              <a:rPr lang="en-US" dirty="0" err="1"/>
              <a:t>Empleados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Activos</a:t>
            </a:r>
            <a:r>
              <a:rPr lang="en-US" dirty="0"/>
              <a:t> (</a:t>
            </a:r>
            <a:r>
              <a:rPr lang="en-US" dirty="0" err="1"/>
              <a:t>Mobiliario</a:t>
            </a:r>
            <a:r>
              <a:rPr lang="en-US" dirty="0"/>
              <a:t>, </a:t>
            </a:r>
            <a:r>
              <a:rPr lang="en-US" dirty="0" err="1"/>
              <a:t>Edificio</a:t>
            </a:r>
            <a:r>
              <a:rPr lang="en-US" dirty="0"/>
              <a:t>, </a:t>
            </a:r>
            <a:r>
              <a:rPr lang="en-US" dirty="0" err="1"/>
              <a:t>Transporte</a:t>
            </a:r>
            <a:r>
              <a:rPr lang="en-US" dirty="0"/>
              <a:t>, etc.)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Registro</a:t>
            </a:r>
            <a:r>
              <a:rPr lang="en-US" dirty="0"/>
              <a:t> de </a:t>
            </a:r>
            <a:r>
              <a:rPr lang="en-US" dirty="0" err="1"/>
              <a:t>Activos</a:t>
            </a:r>
            <a:r>
              <a:rPr lang="en-US" dirty="0"/>
              <a:t> </a:t>
            </a:r>
            <a:r>
              <a:rPr lang="en-US" dirty="0" err="1"/>
              <a:t>Fijos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Proceso</a:t>
            </a:r>
            <a:r>
              <a:rPr lang="en-US" dirty="0"/>
              <a:t> de </a:t>
            </a:r>
            <a:r>
              <a:rPr lang="en-US" dirty="0" err="1"/>
              <a:t>Calculo</a:t>
            </a:r>
            <a:r>
              <a:rPr lang="en-US" dirty="0"/>
              <a:t> de </a:t>
            </a:r>
            <a:r>
              <a:rPr lang="en-US" dirty="0" err="1"/>
              <a:t>depreciación</a:t>
            </a:r>
            <a:r>
              <a:rPr lang="en-US" dirty="0"/>
              <a:t> </a:t>
            </a:r>
            <a:r>
              <a:rPr lang="en-US" dirty="0" err="1"/>
              <a:t>mensual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Una consulta por criterios (ej: </a:t>
            </a:r>
            <a:r>
              <a:rPr lang="en-US" dirty="0" err="1"/>
              <a:t>Depreciacion</a:t>
            </a:r>
            <a:r>
              <a:rPr lang="en-US" dirty="0"/>
              <a:t> de </a:t>
            </a:r>
            <a:r>
              <a:rPr lang="en-US" dirty="0" err="1"/>
              <a:t>activos</a:t>
            </a:r>
            <a:r>
              <a:rPr lang="en-US" dirty="0"/>
              <a:t> x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activos</a:t>
            </a:r>
            <a:r>
              <a:rPr lang="en-US" dirty="0"/>
              <a:t>,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fecha</a:t>
            </a:r>
            <a:r>
              <a:rPr lang="en-US" dirty="0"/>
              <a:t>,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Activos</a:t>
            </a:r>
            <a:r>
              <a:rPr lang="en-US" dirty="0"/>
              <a:t>, etc.)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Desarrrollado</a:t>
            </a:r>
            <a:r>
              <a:rPr lang="en-US" dirty="0"/>
              <a:t> con la </a:t>
            </a:r>
            <a:r>
              <a:rPr lang="en-US" dirty="0" err="1"/>
              <a:t>tecnología</a:t>
            </a:r>
            <a:r>
              <a:rPr lang="en-US" dirty="0"/>
              <a:t> Open Source de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preferencia</a:t>
            </a:r>
            <a:r>
              <a:rPr lang="en-US" dirty="0"/>
              <a:t> y </a:t>
            </a:r>
            <a:r>
              <a:rPr lang="en-US" dirty="0" err="1"/>
              <a:t>alojado</a:t>
            </a:r>
            <a:r>
              <a:rPr lang="en-US" dirty="0"/>
              <a:t> en la </a:t>
            </a:r>
            <a:r>
              <a:rPr lang="en-US" dirty="0" err="1"/>
              <a:t>nube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9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Mínimos</a:t>
            </a:r>
            <a:r>
              <a:rPr lang="en-US" dirty="0"/>
              <a:t> a </a:t>
            </a:r>
            <a:r>
              <a:rPr lang="en-US" dirty="0" err="1"/>
              <a:t>Almacenar</a:t>
            </a:r>
            <a:r>
              <a:rPr lang="en-US" dirty="0"/>
              <a:t>: </a:t>
            </a:r>
            <a:r>
              <a:rPr lang="es-DO" dirty="0"/>
              <a:t>Departamentos</a:t>
            </a:r>
            <a:br>
              <a:rPr lang="es-DO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s-ES" dirty="0"/>
              <a:t>Identificador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Descripción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Estado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7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Mínimos</a:t>
            </a:r>
            <a:r>
              <a:rPr lang="en-US" dirty="0"/>
              <a:t> a </a:t>
            </a:r>
            <a:r>
              <a:rPr lang="en-US" dirty="0" err="1"/>
              <a:t>Almacenar</a:t>
            </a:r>
            <a:r>
              <a:rPr lang="en-US" dirty="0"/>
              <a:t>: </a:t>
            </a:r>
            <a:r>
              <a:rPr lang="es-DO" dirty="0"/>
              <a:t>Tipos de Activos</a:t>
            </a:r>
            <a:br>
              <a:rPr lang="es-DO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s-ES" dirty="0"/>
              <a:t>Identificador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Descripción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Cuenta Contable Compra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Cuenta Contable Depreciación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Estado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249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Datos Mínimos a Almacenar: </a:t>
            </a:r>
            <a:r>
              <a:rPr lang="en-US" dirty="0" err="1"/>
              <a:t>Empleados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Identificador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Nombre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Cédula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Departamento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Tipo</a:t>
            </a:r>
            <a:r>
              <a:rPr lang="en-US" dirty="0"/>
              <a:t> Persona (</a:t>
            </a:r>
            <a:r>
              <a:rPr lang="en-US" dirty="0" err="1"/>
              <a:t>Física</a:t>
            </a:r>
            <a:r>
              <a:rPr lang="en-US" dirty="0"/>
              <a:t> / </a:t>
            </a:r>
            <a:r>
              <a:rPr lang="en-US" dirty="0" err="1"/>
              <a:t>Jurídica</a:t>
            </a:r>
            <a:r>
              <a:rPr lang="en-US" dirty="0"/>
              <a:t>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Ingreso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Estado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12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Datos Mínimos a Almacenar: </a:t>
            </a:r>
            <a:r>
              <a:rPr lang="en-US" dirty="0" err="1"/>
              <a:t>Activos</a:t>
            </a:r>
            <a:r>
              <a:rPr lang="en-US" dirty="0"/>
              <a:t> </a:t>
            </a:r>
            <a:r>
              <a:rPr lang="en-US" dirty="0" err="1"/>
              <a:t>Fijos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Identificador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Descripción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Departamento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dirty="0" err="1"/>
              <a:t>Activo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Registro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Valor </a:t>
            </a:r>
            <a:r>
              <a:rPr lang="en-US" dirty="0" err="1"/>
              <a:t>Compra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Depreciación</a:t>
            </a:r>
            <a:r>
              <a:rPr lang="en-US" dirty="0"/>
              <a:t> </a:t>
            </a:r>
            <a:r>
              <a:rPr lang="en-US" dirty="0" err="1"/>
              <a:t>Acumulada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71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Datos Mínimos a Almacenar: </a:t>
            </a:r>
            <a:r>
              <a:rPr lang="en-US" dirty="0" err="1"/>
              <a:t>Cálculo</a:t>
            </a:r>
            <a:r>
              <a:rPr lang="en-US" dirty="0"/>
              <a:t> </a:t>
            </a:r>
            <a:r>
              <a:rPr lang="en-US" dirty="0" err="1"/>
              <a:t>Depreciación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 fontScale="92500" lnSpcReduction="10000"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Identificador</a:t>
            </a:r>
            <a:r>
              <a:rPr lang="en-US" dirty="0"/>
              <a:t> del </a:t>
            </a:r>
            <a:r>
              <a:rPr lang="en-US" dirty="0" err="1"/>
              <a:t>Registro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Año</a:t>
            </a:r>
            <a:r>
              <a:rPr lang="en-US" dirty="0"/>
              <a:t> </a:t>
            </a:r>
            <a:r>
              <a:rPr lang="en-US" dirty="0" err="1"/>
              <a:t>Proceso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Proceso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Activo</a:t>
            </a:r>
            <a:r>
              <a:rPr lang="en-US" dirty="0"/>
              <a:t> </a:t>
            </a:r>
            <a:r>
              <a:rPr lang="en-US" dirty="0" err="1"/>
              <a:t>Fijo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Proceso</a:t>
            </a:r>
            <a:r>
              <a:rPr lang="en-US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Monto </a:t>
            </a:r>
            <a:r>
              <a:rPr lang="en-US" dirty="0" err="1"/>
              <a:t>depreciado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Depreciación</a:t>
            </a:r>
            <a:r>
              <a:rPr lang="en-US" dirty="0"/>
              <a:t> </a:t>
            </a:r>
            <a:r>
              <a:rPr lang="en-US" dirty="0" err="1"/>
              <a:t>acumulada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Cuenta</a:t>
            </a:r>
            <a:r>
              <a:rPr lang="en-US" dirty="0"/>
              <a:t> </a:t>
            </a:r>
            <a:r>
              <a:rPr lang="en-US" dirty="0" err="1"/>
              <a:t>Compra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Cuenta</a:t>
            </a:r>
            <a:r>
              <a:rPr lang="en-US" dirty="0"/>
              <a:t> </a:t>
            </a:r>
            <a:r>
              <a:rPr lang="en-US" dirty="0" err="1"/>
              <a:t>Depreciación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30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Datos</a:t>
            </a:r>
            <a:r>
              <a:rPr lang="en-US" dirty="0"/>
              <a:t> a </a:t>
            </a:r>
            <a:r>
              <a:rPr lang="en-US" dirty="0" err="1"/>
              <a:t>enviar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WS </a:t>
            </a:r>
            <a:r>
              <a:rPr lang="en-US" dirty="0" err="1"/>
              <a:t>Contabilidad</a:t>
            </a:r>
            <a:r>
              <a:rPr lang="en-US" dirty="0"/>
              <a:t>: </a:t>
            </a:r>
            <a:r>
              <a:rPr lang="en-US" dirty="0" err="1"/>
              <a:t>Asientos</a:t>
            </a:r>
            <a:r>
              <a:rPr lang="en-US" dirty="0"/>
              <a:t> </a:t>
            </a:r>
            <a:r>
              <a:rPr lang="en-US" dirty="0" err="1"/>
              <a:t>Contables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37903"/>
            <a:ext cx="10018713" cy="3733801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s-ES" dirty="0"/>
              <a:t>Identificador Asiento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Descripción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Identificador del Tipo de Inventario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/>
              <a:t>Cuenta Contable</a:t>
            </a:r>
            <a:endParaRPr lang="es-ES" dirty="0"/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Tipo de Movimiento (DB, CR)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Fecha Asiento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Monto Asiento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Estado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9229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126</TotalTime>
  <Words>236</Words>
  <Application>Microsoft Office PowerPoint</Application>
  <PresentationFormat>Panorámica</PresentationFormat>
  <Paragraphs>59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Proyecto Final Asignatura</vt:lpstr>
      <vt:lpstr>Requerimiento General</vt:lpstr>
      <vt:lpstr>Datos Mínimos a Almacenar: Departamentos </vt:lpstr>
      <vt:lpstr>Datos Mínimos a Almacenar: Tipos de Activos </vt:lpstr>
      <vt:lpstr>Datos Mínimos a Almacenar: Empleados</vt:lpstr>
      <vt:lpstr>Datos Mínimos a Almacenar: Activos Fijos</vt:lpstr>
      <vt:lpstr>Datos Mínimos a Almacenar: Cálculo Depreciación</vt:lpstr>
      <vt:lpstr>Datos a enviar mediante WS Contabilidad: Asientos Contables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Asignatura</dc:title>
  <dc:creator>CALAB-D19</dc:creator>
  <cp:lastModifiedBy>VALDEZ REYES, JUAN PABLO</cp:lastModifiedBy>
  <cp:revision>127</cp:revision>
  <dcterms:created xsi:type="dcterms:W3CDTF">2014-02-01T01:35:55Z</dcterms:created>
  <dcterms:modified xsi:type="dcterms:W3CDTF">2020-07-02T20:11:31Z</dcterms:modified>
</cp:coreProperties>
</file>